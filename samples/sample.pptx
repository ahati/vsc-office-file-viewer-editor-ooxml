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365760"/>
            <a:ext cx="10515600" cy="1325563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4000" b="1">
                <a:solidFill>
                  <a:srgbClr val="1F3864"/>
                </a:solidFill>
              </a:rPr>
              <a:t>Sample Deck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838200" y="1828800"/>
            <a:ext cx="10515600" cy="440055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2400" b="1">
                <a:solidFill>
                  <a:srgbClr val="1F3864"/>
                </a:solidFill>
              </a:rPr>
              <a:t>BetterOffice engines render this deck</a:t>
            </a:r>
          </a:p>
          <a:p>
            <a:r>
              <a:rPr lang="en-US" sz="1600"/>
              <a:t>Canvas painting via Rust → WebAssembly, laid out with metric-compatible fonts.</a:t>
            </a:r>
          </a:p>
          <a:p>
            <a:pPr lvl="1"/>
            <a:r>
              <a:rPr lang="en-US" sz="1400"/>
              <a:t>Explicit shape geometry (offset + extent in EMU)</a:t>
            </a:r>
          </a:p>
          <a:p>
            <a:pPr lvl="1"/>
            <a:r>
              <a:rPr lang="en-US" sz="1400"/>
              <a:t>Theme colors, bold/italic runs, two text boxes per slide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365760"/>
            <a:ext cx="10515600" cy="1325563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4000" b="1">
                <a:solidFill>
                  <a:srgbClr val="833C00"/>
                </a:solidFill>
              </a:rPr>
              <a:t>Rendering checklist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838200" y="1828800"/>
            <a:ext cx="10515600" cy="440055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2000" b="1"/>
              <a:t>What to check</a:t>
            </a:r>
          </a:p>
          <a:p>
            <a:r>
              <a:rPr lang="en-US" sz="1600"/>
              <a:t>Pagination-faithful line breaks and text metrics</a:t>
            </a:r>
          </a:p>
          <a:p>
            <a:r>
              <a:rPr lang="en-US" sz="1600"/>
              <a:t>Theme-aware fills and runs (accent colors below)</a:t>
            </a:r>
          </a:p>
          <a:p>
            <a:r>
              <a:rPr lang="en-US" sz="1600"/>
              <a:t>Zoom, fit-page and the thumbnail rail</a:t>
            </a:r>
          </a:p>
          <a:p>
            <a:r>
              <a:rPr lang="en-US" sz="1600"/>
              <a:t>Find (Ctrl+F), speaker notes, export 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 Theme">
  <a:themeElements>
    <a:clrScheme name="Sampl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pl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a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